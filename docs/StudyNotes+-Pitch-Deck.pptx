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828800"/>
            <a:ext cx="4572000" cy="457200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4114800"/>
            <a:ext cx="5029200" cy="5029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94415" y="-1371600"/>
            <a:ext cx="2743200" cy="2743200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554480"/>
            <a:ext cx="2743200" cy="502920"/>
          </a:xfrm>
          <a:prstGeom prst="roundRect">
            <a:avLst>
              <a:gd name="adj" fmla="val 49091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544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STUDY COMPANION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StudyNotes+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822960" y="3063240"/>
            <a:ext cx="1371600" cy="411480"/>
          </a:xfrm>
          <a:prstGeom prst="roundRect">
            <a:avLst>
              <a:gd name="adj" fmla="val 48889"/>
            </a:avLst>
          </a:prstGeom>
          <a:solidFill>
            <a:srgbClr val="2DD4B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063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6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429000"/>
            <a:ext cx="3840480" cy="10972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65760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Interactive, NCERT-grounded study workspace for CBSE Class 10 — Maths &amp; Science.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434340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MVP proving the core idea: learn and generate notes at the same time, with zero effort. Built to scale to any class, subject, and a fully autonomous AI agent.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54406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440680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544068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1A2440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544068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NEXT.JS 16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StudyNotes+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828800"/>
            <a:ext cx="4572000" cy="457200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4114800"/>
            <a:ext cx="5029200" cy="5029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94415" y="-1371600"/>
            <a:ext cx="2743200" cy="2743200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have content — but not study material they own or trust.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207008"/>
            <a:ext cx="1463040" cy="822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801368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1682496"/>
            <a:ext cx="1022299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NCERT textbooks are long and unstructured — turning 300 pages into revision notes is slow and tedious.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26700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2551176"/>
            <a:ext cx="1022299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AI chat gives answers that may be wrong, off-syllabus, or impossible to verify.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3538728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9856"/>
            <a:ext cx="1022299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notes typed in chat disappear — there is no single editable, owned revision document.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440740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4288536"/>
            <a:ext cx="1022299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can't safely ask the AI to restructure their own notes without risking lost work.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09760" y="1783080"/>
            <a:ext cx="2011680" cy="3291840"/>
          </a:xfrm>
          <a:prstGeom prst="roundRect">
            <a:avLst>
              <a:gd name="adj" fmla="val 8182"/>
            </a:avLst>
          </a:prstGeom>
          <a:solidFill>
            <a:srgbClr val="1A2440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9760" y="20116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09760" y="27432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per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NCERT book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509760" y="356616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509760" y="429768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owned, editable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docs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StudyNotes+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828800"/>
            <a:ext cx="4572000" cy="457200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4114800"/>
            <a:ext cx="5029200" cy="5029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94415" y="-1371600"/>
            <a:ext cx="2743200" cy="2743200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NCERT-grounded chat + a student-owned, AI-editable notes canvas.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207008"/>
            <a:ext cx="1463040" cy="822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828800"/>
            <a:ext cx="3429000" cy="1874520"/>
          </a:xfrm>
          <a:prstGeom prst="roundRect">
            <a:avLst>
              <a:gd name="adj" fmla="val 6829"/>
            </a:avLst>
          </a:prstGeom>
          <a:solidFill>
            <a:srgbClr val="1A2440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05740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240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/ Solve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51560" y="27432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over approved NCERT chunks with source citations.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1828800"/>
            <a:ext cx="3429000" cy="1874520"/>
          </a:xfrm>
          <a:prstGeom prst="roundRect">
            <a:avLst>
              <a:gd name="adj" fmla="val 6829"/>
            </a:avLst>
          </a:prstGeom>
          <a:solidFill>
            <a:srgbClr val="1A2440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0" y="205740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240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Notes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00600" y="27432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 a structured revision document straight into the canvas.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21040" y="1828800"/>
            <a:ext cx="3429000" cy="1874520"/>
          </a:xfrm>
          <a:prstGeom prst="roundRect">
            <a:avLst>
              <a:gd name="adj" fmla="val 6829"/>
            </a:avLst>
          </a:prstGeom>
          <a:solidFill>
            <a:srgbClr val="1A2440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205740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8549640" y="2240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Commands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9640" y="27432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"Highlight key points", "add a derivation", "reorder" — applied safely.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4023360"/>
            <a:ext cx="3429000" cy="1874520"/>
          </a:xfrm>
          <a:prstGeom prst="roundRect">
            <a:avLst>
              <a:gd name="adj" fmla="val 6829"/>
            </a:avLst>
          </a:prstGeom>
          <a:solidFill>
            <a:srgbClr val="1A2440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1560" y="425196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4434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+ LaTeX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051560" y="493776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Markdown; KaTeX renders formulas correctly.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4023360"/>
            <a:ext cx="3429000" cy="1874520"/>
          </a:xfrm>
          <a:prstGeom prst="roundRect">
            <a:avLst>
              <a:gd name="adj" fmla="val 6829"/>
            </a:avLst>
          </a:prstGeom>
          <a:solidFill>
            <a:srgbClr val="1A2440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425196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4434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800600" y="493776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Undo, version history and conflict handling on every change.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321040" y="4023360"/>
            <a:ext cx="3429000" cy="1874520"/>
          </a:xfrm>
          <a:prstGeom prst="roundRect">
            <a:avLst>
              <a:gd name="adj" fmla="val 6829"/>
            </a:avLst>
          </a:prstGeom>
          <a:solidFill>
            <a:srgbClr val="1A2440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49640" y="425196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30" name="Text 28"/>
          <p:cNvSpPr/>
          <p:nvPr/>
        </p:nvSpPr>
        <p:spPr>
          <a:xfrm>
            <a:off x="8549640" y="4434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549640" y="493776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Desktop: chat and canvas split 50/50. Mobile: overlay.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StudyNotes+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828800"/>
            <a:ext cx="4572000" cy="457200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4114800"/>
            <a:ext cx="5029200" cy="5029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94415" y="-1371600"/>
            <a:ext cx="2743200" cy="2743200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Flow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clicks from sign-in to a personalized, versioned revision doc.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207008"/>
            <a:ext cx="1463040" cy="822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178308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 → pick Mathematics → choose a chapter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2377440"/>
            <a:ext cx="0" cy="384048"/>
          </a:xfrm>
          <a:prstGeom prst="line">
            <a:avLst/>
          </a:prstGeom>
          <a:noFill/>
          <a:ln w="19050">
            <a:solidFill>
              <a:srgbClr val="2C3A63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868680" y="27614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7614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645920" y="2715768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in Explain mode → see a cited, NCERT-grounded answer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143000" y="3310128"/>
            <a:ext cx="0" cy="384048"/>
          </a:xfrm>
          <a:prstGeom prst="line">
            <a:avLst/>
          </a:prstGeom>
          <a:noFill/>
          <a:ln w="19050">
            <a:solidFill>
              <a:srgbClr val="2C3A63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68680" y="3694176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6941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45920" y="3648456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Generate Notes → AI streams a structured doc into the canvas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143000" y="4242816"/>
            <a:ext cx="0" cy="384048"/>
          </a:xfrm>
          <a:prstGeom prst="line">
            <a:avLst/>
          </a:prstGeom>
          <a:noFill/>
          <a:ln w="19050">
            <a:solidFill>
              <a:srgbClr val="2C3A63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68680" y="4626864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62686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645920" y="4581144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"highlight the main points in green" → AI edits only that, keeps the rest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143000" y="5175504"/>
            <a:ext cx="0" cy="384048"/>
          </a:xfrm>
          <a:prstGeom prst="line">
            <a:avLst/>
          </a:prstGeom>
          <a:noFill/>
          <a:ln w="19050">
            <a:solidFill>
              <a:srgbClr val="2C3A63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68680" y="5559552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5595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645920" y="5513832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/ refresh → your notes and full revision history are still there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StudyNotes+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828800"/>
            <a:ext cx="4572000" cy="457200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4114800"/>
            <a:ext cx="5029200" cy="5029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94415" y="-1371600"/>
            <a:ext cx="2743200" cy="2743200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streaming, retrieval-augmented pipeline with a strict ownership boundary.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207008"/>
            <a:ext cx="1463040" cy="822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847088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1728216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Next.js 16 (App Router) + React 19 + TypeScript, streamed over SSE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2505456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2386584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Retrieval: Qdrant vector DB + OpenAI embeddings over approved NCERT chunks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044952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LLM: OpenAI chat / reasoning / moderation models, token-streamed to the UI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3822192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3703320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Neon PostgreSQL — tenants, conversations, note documents + versions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22960" y="4480560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1115568" y="4361688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&amp; scale: Clerk auth, Upstash Redis rate limiting, Sentry, moderation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51389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1115568" y="5020056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Ownership: every query scoped by user_id + tenant_id — students see only their workspace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StudyNotes+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828800"/>
            <a:ext cx="4572000" cy="457200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4114800"/>
            <a:ext cx="5029200" cy="5029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94415" y="-1371600"/>
            <a:ext cx="2743200" cy="2743200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&amp; Robust by Design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for failure modes, not just happy paths.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207008"/>
            <a:ext cx="1463040" cy="822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847088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1728216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+ user-scoped data — students only ever see their own workspace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2505456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2386584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Optimistic concurrency — expectedRevision check returns 409 on conflict, never silent overwrite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044952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Smallest-change editing — AI transforms only targeted text, preserves everything else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3822192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3703320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highlights — fixed CSS class allowlist; no raw HTML or inline styles accepted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22960" y="4480560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1115568" y="4361688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Moderation + encryption — inputs and outputs moderated, message content encrypted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51389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1115568" y="5020056"/>
            <a:ext cx="102229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Cancellation-safe streams — stopping generation can't leave a half-saved document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StudyNotes+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828800"/>
            <a:ext cx="4572000" cy="457200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4114800"/>
            <a:ext cx="5029200" cy="5029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94415" y="-1371600"/>
            <a:ext cx="2743200" cy="2743200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Future Scope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MVP today — a platform for effortless learning + notes tomorrow.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207008"/>
            <a:ext cx="1463040" cy="822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828800"/>
            <a:ext cx="5212080" cy="3383280"/>
          </a:xfrm>
          <a:prstGeom prst="roundRect">
            <a:avLst>
              <a:gd name="adj" fmla="val 3784"/>
            </a:avLst>
          </a:prstGeom>
          <a:solidFill>
            <a:srgbClr val="1A2440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011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51560" y="2532888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1344168" y="2414016"/>
            <a:ext cx="446227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purpose: a platform where students learn and generate notes at the same time, with zero effort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51560" y="324612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1344168" y="3127248"/>
            <a:ext cx="446227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a 300-page NCERT book into a personal, owned, versioned revision doc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51560" y="3959352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5" name="Text 13"/>
          <p:cNvSpPr/>
          <p:nvPr/>
        </p:nvSpPr>
        <p:spPr>
          <a:xfrm>
            <a:off x="1344168" y="3840480"/>
            <a:ext cx="446227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stay on-syllabus (NCERT-only retrieval) with source citations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5212080" cy="3383280"/>
          </a:xfrm>
          <a:prstGeom prst="roundRect">
            <a:avLst>
              <a:gd name="adj" fmla="val 3784"/>
            </a:avLst>
          </a:prstGeom>
          <a:solidFill>
            <a:srgbClr val="1A2440"/>
          </a:solidFill>
          <a:ln w="12700">
            <a:solidFill>
              <a:srgbClr val="2C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011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46520" y="2532888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9" name="Text 17"/>
          <p:cNvSpPr/>
          <p:nvPr/>
        </p:nvSpPr>
        <p:spPr>
          <a:xfrm>
            <a:off x="6739128" y="2414016"/>
            <a:ext cx="446227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class &amp; subject — not just CBSE Class 10 Maths/Science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46520" y="324612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739128" y="3127248"/>
            <a:ext cx="446227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agent — no need to pick subject, course, or mode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46520" y="3959352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739128" y="3840480"/>
            <a:ext cx="446227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+ B2C: schools/institutions and direct-to-student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StudyNotes+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828800"/>
            <a:ext cx="4572000" cy="457200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4114800"/>
            <a:ext cx="5029200" cy="5029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94415" y="-1371600"/>
            <a:ext cx="2743200" cy="2743200"/>
          </a:xfrm>
          <a:prstGeom prst="ellipse">
            <a:avLst/>
          </a:prstGeom>
          <a:solidFill>
            <a:srgbClr val="2DD4B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For the Judges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Deep-dive facts if asked.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207008"/>
            <a:ext cx="1463040" cy="822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847088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1728216"/>
            <a:ext cx="1031443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model: user_note_documents (one per student+chapter) with user_note_document_versions archive; uniqueness (tenant_id, user_id, subject, chapter_number, language)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2596896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2478024"/>
            <a:ext cx="1031443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POST/GET/PATCH /api/note-documents, POST .../commands, POST .../undo; legacy /api/notes returns 410 Gone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3346704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227832"/>
            <a:ext cx="1031443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event { type: 'note_document_saved', documentId, revision, operation, citations } — client treats doc as saved only after this, not after transport 'done'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4096512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3977640"/>
            <a:ext cx="1031443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gates: tsc --noEmit, eslint, vitest (18 tests: ownership, tenant boundary, concurrency, command classification, prompt injection)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1115568" y="4727448"/>
            <a:ext cx="1031443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Limits: notes ≤ 24,000 chars, instructions ≤ 1,000 chars; inputs/outputs moderated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StudyNotes+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StudyNotes+ — Hackathon Pitch Deck</dc:title>
  <dc:subject>PptxGenJS Presentation</dc:subject>
  <dc:creator>StudyNotes+</dc:creator>
  <cp:lastModifiedBy>StudyNotes+</cp:lastModifiedBy>
  <cp:revision>1</cp:revision>
  <dcterms:created xsi:type="dcterms:W3CDTF">2026-07-19T17:08:51Z</dcterms:created>
  <dcterms:modified xsi:type="dcterms:W3CDTF">2026-07-19T17:08:51Z</dcterms:modified>
</cp:coreProperties>
</file>