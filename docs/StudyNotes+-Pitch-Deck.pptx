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822960" y="155448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6366F1"/>
          </a:solidFill>
        </p:spPr>
      </p:sp>
      <p:sp>
        <p:nvSpPr>
          <p:cNvPr id="6" name="Text 4"/>
          <p:cNvSpPr/>
          <p:nvPr/>
        </p:nvSpPr>
        <p:spPr>
          <a:xfrm>
            <a:off x="822960" y="15544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STUDY COMPANION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06070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822960" y="299466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2DD4BF"/>
          </a:solidFill>
        </p:spPr>
      </p:sp>
      <p:sp>
        <p:nvSpPr>
          <p:cNvPr id="9" name="Text 7"/>
          <p:cNvSpPr/>
          <p:nvPr/>
        </p:nvSpPr>
        <p:spPr>
          <a:xfrm>
            <a:off x="822960" y="301752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623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MVP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384048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18C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Interactive, NCERT-grounded study workspace for CBSE Class 10 — Maths &amp; Science.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10424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MVP proving the core idea: learn and generate notes at the same time, with zero effort. Built to scale to any class, subject, and a fully autonomous AI agent.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4406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822960" y="5440680"/>
            <a:ext cx="2194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54406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A2440"/>
          </a:solidFill>
        </p:spPr>
      </p:sp>
      <p:sp>
        <p:nvSpPr>
          <p:cNvPr id="16" name="Text 14"/>
          <p:cNvSpPr/>
          <p:nvPr/>
        </p:nvSpPr>
        <p:spPr>
          <a:xfrm>
            <a:off x="3200400" y="544068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MVP · NEXT.JS 16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have content — but not study material they own or trust.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207008"/>
            <a:ext cx="146304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822960" y="1801368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1115568" y="1682496"/>
            <a:ext cx="10222992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NCERT textbooks are long and unstructured — turning 300 pages into revision notes is slow and tedious.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670048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1115568" y="2551176"/>
            <a:ext cx="10222992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Generic AI chat gives answers that may be wrong, off-syllabus, or impossible to verify.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38728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3" name="Text 11"/>
          <p:cNvSpPr/>
          <p:nvPr/>
        </p:nvSpPr>
        <p:spPr>
          <a:xfrm>
            <a:off x="1115568" y="3419856"/>
            <a:ext cx="10222992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Useful notes typed in chat disappear — there is no single editable, owned revision document.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407408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1115568" y="4288536"/>
            <a:ext cx="10222992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can't safely ask the AI to restructure their own notes without risking lost work.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46920" y="210185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0240" y="219456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540240" y="292608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pages per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NCERT book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40240" y="374904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18C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540240" y="448056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owned, editable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revision docs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NCERT-grounded chat + a student-owned, AI-editable notes canvas.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207008"/>
            <a:ext cx="146304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822960" y="182880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05740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10" name="Text 8"/>
          <p:cNvSpPr/>
          <p:nvPr/>
        </p:nvSpPr>
        <p:spPr>
          <a:xfrm>
            <a:off x="1051560" y="224028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 / Solve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2971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over approved NCERT chunks with source citations.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82880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05740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4800600" y="224028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 Notes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2743200"/>
            <a:ext cx="2971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drafts a structured revision document straight into the canvas.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05740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</p:spPr>
      </p:sp>
      <p:sp>
        <p:nvSpPr>
          <p:cNvPr id="18" name="Text 16"/>
          <p:cNvSpPr/>
          <p:nvPr/>
        </p:nvSpPr>
        <p:spPr>
          <a:xfrm>
            <a:off x="8549640" y="224028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Commands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2743200"/>
            <a:ext cx="2971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"Highlight key points", "add a derivation", "reorder" — applied safely.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25196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818CF8"/>
          </a:solidFill>
        </p:spPr>
      </p:sp>
      <p:sp>
        <p:nvSpPr>
          <p:cNvPr id="22" name="Text 20"/>
          <p:cNvSpPr/>
          <p:nvPr/>
        </p:nvSpPr>
        <p:spPr>
          <a:xfrm>
            <a:off x="1051560" y="44348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+ LaTeX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51560" y="4937760"/>
            <a:ext cx="2971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Edit Markdown; KaTeX renders formulas correctly.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0233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425196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</p:spPr>
      </p:sp>
      <p:sp>
        <p:nvSpPr>
          <p:cNvPr id="26" name="Text 24"/>
          <p:cNvSpPr/>
          <p:nvPr/>
        </p:nvSpPr>
        <p:spPr>
          <a:xfrm>
            <a:off x="4800600" y="44348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Revisions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00600" y="4937760"/>
            <a:ext cx="2971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Undo, version history and conflict handling on every change.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21040" y="402336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425196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</p:spPr>
      </p:sp>
      <p:sp>
        <p:nvSpPr>
          <p:cNvPr id="30" name="Text 28"/>
          <p:cNvSpPr/>
          <p:nvPr/>
        </p:nvSpPr>
        <p:spPr>
          <a:xfrm>
            <a:off x="8549640" y="44348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Side-by-side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49640" y="4937760"/>
            <a:ext cx="2971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Desktop: chat and canvas split 50/50. Mobile: overlay.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Demo 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Five clicks from sign-in to a personalized, versioned revision doc.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207008"/>
            <a:ext cx="146304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783080"/>
            <a:ext cx="9692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Sign in → pick Mathematics → choose a chapter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2377440"/>
            <a:ext cx="0" cy="384048"/>
          </a:xfrm>
          <a:prstGeom prst="line">
            <a:avLst/>
          </a:prstGeom>
          <a:noFill/>
          <a:ln w="19050">
            <a:solidFill>
              <a:srgbClr val="2C3A6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68680" y="2761488"/>
            <a:ext cx="548640" cy="5486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868680" y="2761488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715768"/>
            <a:ext cx="9692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in Explain mode → see a cited, NCERT-grounded answer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310128"/>
            <a:ext cx="0" cy="384048"/>
          </a:xfrm>
          <a:prstGeom prst="line">
            <a:avLst/>
          </a:prstGeom>
          <a:noFill/>
          <a:ln w="19050">
            <a:solidFill>
              <a:srgbClr val="2C3A6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68680" y="3694176"/>
            <a:ext cx="548640" cy="54864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7" name="Text 15"/>
          <p:cNvSpPr/>
          <p:nvPr/>
        </p:nvSpPr>
        <p:spPr>
          <a:xfrm>
            <a:off x="868680" y="3694176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648456"/>
            <a:ext cx="9692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Switch to Generate Notes → AI streams a structured doc into the canvas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143000" y="4242816"/>
            <a:ext cx="0" cy="384048"/>
          </a:xfrm>
          <a:prstGeom prst="line">
            <a:avLst/>
          </a:prstGeom>
          <a:noFill/>
          <a:ln w="19050">
            <a:solidFill>
              <a:srgbClr val="2C3A6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68680" y="4626864"/>
            <a:ext cx="548640" cy="5486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868680" y="4626864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4581144"/>
            <a:ext cx="9692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Type: "highlight the main points in green" → AI edits only that, keeps the rest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43000" y="5175504"/>
            <a:ext cx="0" cy="384048"/>
          </a:xfrm>
          <a:prstGeom prst="line">
            <a:avLst/>
          </a:prstGeom>
          <a:noFill/>
          <a:ln w="19050">
            <a:solidFill>
              <a:srgbClr val="2C3A6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68680" y="5559552"/>
            <a:ext cx="548640" cy="548640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25" name="Text 23"/>
          <p:cNvSpPr/>
          <p:nvPr/>
        </p:nvSpPr>
        <p:spPr>
          <a:xfrm>
            <a:off x="868680" y="555955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45920" y="5513832"/>
            <a:ext cx="9692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Undo / refresh → your notes and full revision history are still there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streaming, retrieval-augmented pipeline with a strict ownership boundary.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207008"/>
            <a:ext cx="146304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822960" y="1847088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1115568" y="1728216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Frontend: Next.js 16 (App Router) + React 19 + TypeScript, streamed over SSE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505456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1115568" y="2386584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Retrieval: Qdrant vector DB + OpenAI embeddings over approved NCERT chunks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163824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3" name="Text 11"/>
          <p:cNvSpPr/>
          <p:nvPr/>
        </p:nvSpPr>
        <p:spPr>
          <a:xfrm>
            <a:off x="1115568" y="3044952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LLM: OpenAI chat / reasoning / moderation models, token-streamed to the UI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822192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1115568" y="3703320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Data: Neon PostgreSQL — tenants, conversations, note documents + versions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7" name="Text 15"/>
          <p:cNvSpPr/>
          <p:nvPr/>
        </p:nvSpPr>
        <p:spPr>
          <a:xfrm>
            <a:off x="1115568" y="4361688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 &amp; scale: Clerk auth, Upstash Redis rate limiting, Sentry, moderation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138928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1115568" y="5020056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Ownership: every query scoped by user_id + tenant_id — students see only their workspace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 &amp; Robust by Design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Engineered for failure modes, not just happy paths.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207008"/>
            <a:ext cx="146304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822960" y="1847088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1115568" y="1728216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Tenant + user-scoped data — students only ever see their own workspace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505456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1115568" y="2386584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Optimistic concurrency — expectedRevision check returns 409 on conflict, never silent overwrite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163824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3" name="Text 11"/>
          <p:cNvSpPr/>
          <p:nvPr/>
        </p:nvSpPr>
        <p:spPr>
          <a:xfrm>
            <a:off x="1115568" y="3044952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Smallest-change editing — AI transforms only targeted text, preserves everything else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822192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1115568" y="3703320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 highlights — fixed CSS class allowlist; no raw HTML or inline styles accepted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7" name="Text 15"/>
          <p:cNvSpPr/>
          <p:nvPr/>
        </p:nvSpPr>
        <p:spPr>
          <a:xfrm>
            <a:off x="1115568" y="4361688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Moderation + encryption — inputs and outputs moderated, message content encrypted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5138928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1115568" y="5020056"/>
            <a:ext cx="10222992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Cancellation-safe streams — stopping generation can't leave a half-saved document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Impact &amp; Future Scope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MVP today — a platform for effortless learning + notes tomorrow.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207008"/>
            <a:ext cx="146304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822960" y="182880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2532888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1" name="Text 9"/>
          <p:cNvSpPr/>
          <p:nvPr/>
        </p:nvSpPr>
        <p:spPr>
          <a:xfrm>
            <a:off x="1344168" y="2414016"/>
            <a:ext cx="4462272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purpose: a platform where students learn and generate notes at the same time, with zero effort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324612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1344168" y="3127248"/>
            <a:ext cx="4462272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Turns a 300-page NCERT book into a personal, owned, versioned revision doc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3959352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5" name="Text 13"/>
          <p:cNvSpPr/>
          <p:nvPr/>
        </p:nvSpPr>
        <p:spPr>
          <a:xfrm>
            <a:off x="1344168" y="3840480"/>
            <a:ext cx="4462272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stay on-syllabus (NCERT-only retrieval) with source citations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1A2440"/>
          </a:solidFill>
          <a:ln w="12700">
            <a:solidFill>
              <a:srgbClr val="2C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2532888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9" name="Text 17"/>
          <p:cNvSpPr/>
          <p:nvPr/>
        </p:nvSpPr>
        <p:spPr>
          <a:xfrm>
            <a:off x="6739128" y="2414016"/>
            <a:ext cx="4462272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Any class &amp; subject — not just CBSE Class 10 Maths/Science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3246120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6739128" y="3127248"/>
            <a:ext cx="4462272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Autonomous AI agent — no need to pick subject, course, or mode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3959352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23" name="Text 21"/>
          <p:cNvSpPr/>
          <p:nvPr/>
        </p:nvSpPr>
        <p:spPr>
          <a:xfrm>
            <a:off x="6739128" y="3840480"/>
            <a:ext cx="4462272" cy="713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B2B + B2C: schools/institutions and direct-to-student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6366F1">
              <a:alpha val="1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91295" y="4114800"/>
            <a:ext cx="5029200" cy="50292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-1371600"/>
            <a:ext cx="2743200" cy="2743200"/>
          </a:xfrm>
          <a:prstGeom prst="ellipse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Appendix — For the Judges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Deep-dive facts if asked.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207008"/>
            <a:ext cx="146304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8" name="Shape 6"/>
          <p:cNvSpPr/>
          <p:nvPr/>
        </p:nvSpPr>
        <p:spPr>
          <a:xfrm>
            <a:off x="822960" y="1847088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9" name="Text 7"/>
          <p:cNvSpPr/>
          <p:nvPr/>
        </p:nvSpPr>
        <p:spPr>
          <a:xfrm>
            <a:off x="1115568" y="1728216"/>
            <a:ext cx="10314432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model: user_note_documents (one per student+chapter) with user_note_document_versions archive; uniqueness (tenant_id, user_id, subject, chapter_number, language)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596896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1115568" y="2478024"/>
            <a:ext cx="10314432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API: POST/GET/PATCH /api/note-documents, POST .../commands, POST .../undo; legacy /api/notes returns 410 Gone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346704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3" name="Text 11"/>
          <p:cNvSpPr/>
          <p:nvPr/>
        </p:nvSpPr>
        <p:spPr>
          <a:xfrm>
            <a:off x="1115568" y="3227832"/>
            <a:ext cx="10314432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 event { type: 'note_document_saved', documentId, revision, operation, citations } — client treats doc as saved only after this, not after transport 'done'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1115568" y="3977640"/>
            <a:ext cx="10314432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Quality gates: tsc --noEmit, eslint, vitest (18 tests: ownership, tenant boundary, concurrency, command classification, prompt injection)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846320"/>
            <a:ext cx="128016" cy="128016"/>
          </a:xfrm>
          <a:prstGeom prst="ellipse">
            <a:avLst/>
          </a:prstGeom>
          <a:solidFill>
            <a:srgbClr val="6366F1"/>
          </a:solidFill>
        </p:spPr>
      </p:sp>
      <p:sp>
        <p:nvSpPr>
          <p:cNvPr id="17" name="Text 15"/>
          <p:cNvSpPr/>
          <p:nvPr/>
        </p:nvSpPr>
        <p:spPr>
          <a:xfrm>
            <a:off x="1115568" y="4727448"/>
            <a:ext cx="10314432" cy="74980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Limits: notes ≤ 24,000 chars, instructions ≤ 1,000 chars; inputs/outputs moderated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StudyNotes+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4183</Words>
  <Application>WPS Presentation</Application>
  <PresentationFormat>On-screen Show (16:9)</PresentationFormat>
  <Paragraphs>186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StudyNotes+ — Hackathon Pitch Deck</dc:title>
  <dc:creator>StudyNotes+</dc:creator>
  <dc:subject>PptxGenJS Presentation</dc:subject>
  <cp:lastModifiedBy>Irshad Ahmad</cp:lastModifiedBy>
  <cp:revision>2</cp:revision>
  <dcterms:created xsi:type="dcterms:W3CDTF">2026-07-19T17:08:00Z</dcterms:created>
  <dcterms:modified xsi:type="dcterms:W3CDTF">2026-07-19T17:18:23Z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47B17BF1453C44988B52F2AB45ECEF3F_12</vt:lpwstr>
  </property>
  <property fmtid="{D5CDD505-2E9C-101B-9397-08002B2CF9AE}" pid="3" name="KSOProductBuildVer">
    <vt:lpwstr>2057-12.2.0.23206</vt:lpwstr>
  </property>
</Properties>
</file>